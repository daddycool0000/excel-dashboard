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5512-4EAA-DC78-FB54-1B351E9D8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C2362-E076-AE33-3F42-5D9DFA28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B61CB-B3E9-38E0-9661-3D56BE4A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1ED09-2EC5-D6F0-6C2C-8DA96F46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05D94-E7AA-CF99-498B-3D382061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4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562B-C537-BF63-8577-FEC0FB28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CFDAF-8C87-14B0-DE5C-23981BD4A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4865C-FDF8-FA45-D99F-000F572F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B61E-D537-5253-53FE-F3ECA3B8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82492-1B61-055D-5B65-69619BBF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0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5998-00D5-429E-B2B1-C085CAD3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71E92-E092-00A5-35F2-FCE300AEB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D5426-E7A0-B06B-5BB9-8DE275E3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D548-DB2F-1D60-5F83-0F1B8753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C2F39-91FF-7110-4627-E722FF15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6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5990-0323-D5FF-086E-AAC0E27B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77C2-A512-09C9-67D1-1126F7FF6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97233-182C-BD9A-103F-C982A7734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E17F8-00BF-919E-7685-9F62CA41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18BF3-F4A8-88E9-2C11-D47BA996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760B7-A5F5-591E-32A1-9D4E8D2D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E4DF-8F59-2D33-0A1F-A197A9DC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BAA78-5330-8E2A-7D0C-2BCEDB468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2E070-29C9-44EE-1703-A2450FDA8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0D4D1-36FE-17A7-4657-CFBA4A136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9A3EA-3E71-C015-E33F-75A4E0141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F3F40-F2C4-C271-AF37-CD1EC8107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56993-EB7C-1A7E-9A86-FADBEDA0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EB2CE-B0C0-CDD4-FDB3-A98E8F07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3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2819-6137-E775-7366-63C326AD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ED1B9-4F57-B09F-4FFF-709DB28F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2D790-3BE5-9691-251C-5BC8717C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73CC7-4553-5903-FB9A-F20409C7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38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BD51B-71C8-5EC9-2580-F2BF387E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07E73-E366-90A9-C1D7-622D0CAA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BA21B-1FB5-806E-FA3A-FDAF7AAE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9F50-F38B-109F-4BAE-36EDF39D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E5269-2208-7618-A38A-02277616B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C60A5-67E8-2AA6-75BD-EC27FF47D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7DE23-ECE0-E395-6CFD-6A64ED76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555A-D701-A247-4C3D-BF4AE3B0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60871-BA10-66D2-EA5D-A1987847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7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724E-4915-631B-FCA9-52786B36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0A299-F52D-3B9E-7AEC-7EB5E936F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EA368-E5CB-EDE9-9772-53FC39CC1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EE237-C109-3BB8-8616-EC7F45E2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64741-7269-8560-BF34-F43AC956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2BFF-0C56-1EBB-D3A9-52872652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60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38DF8-FE9F-F1C4-44C1-1C4385A2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3CF14-38A0-EBE8-306C-90E687C5D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EA6F7-4134-B16C-F0A8-16FDD290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8919F-4BFA-5898-7E50-97541D64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0D409-441A-10AB-85FE-6630F4FA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0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A6020-F952-F356-592B-875BE1C9A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26415-EFF4-0083-0F9E-3C7B84966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DF15-4025-F9FD-F66F-BB8C58F4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A7450-9106-A35A-092A-942420CA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9F09-5526-A302-450C-13E44DC5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6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AA034-AF96-08B7-0F4B-E8586120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CEE5F-E9A2-BB2A-53E6-E29D903EE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BA03-F101-E220-1731-A01BA99B3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C8428-3B60-4ACC-AEBA-4ACFF0DDAE64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5F081-537B-E3C8-7885-2AE46F5AD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8E3E7-E16A-1473-F84A-A5CA7F515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ACB1F-97E1-476E-9206-1402895D9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9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EE6BB5-01AF-CD13-598B-2232EC99577F}"/>
              </a:ext>
            </a:extLst>
          </p:cNvPr>
          <p:cNvSpPr/>
          <p:nvPr/>
        </p:nvSpPr>
        <p:spPr>
          <a:xfrm>
            <a:off x="23864" y="-8100"/>
            <a:ext cx="12168136" cy="6792358"/>
          </a:xfrm>
          <a:prstGeom prst="roundRect">
            <a:avLst>
              <a:gd name="adj" fmla="val 1858"/>
            </a:avLst>
          </a:prstGeom>
          <a:gradFill flip="none" rotWithShape="1">
            <a:gsLst>
              <a:gs pos="0">
                <a:schemeClr val="accent6">
                  <a:lumMod val="67000"/>
                  <a:alpha val="90000"/>
                </a:schemeClr>
              </a:gs>
              <a:gs pos="48000">
                <a:schemeClr val="accent6">
                  <a:lumMod val="97000"/>
                  <a:lumOff val="3000"/>
                  <a:alpha val="90000"/>
                </a:schemeClr>
              </a:gs>
              <a:gs pos="100000">
                <a:schemeClr val="accent6">
                  <a:lumMod val="60000"/>
                  <a:lumOff val="40000"/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30D14C56-A296-B0C5-62DE-130473F55502}"/>
              </a:ext>
            </a:extLst>
          </p:cNvPr>
          <p:cNvSpPr/>
          <p:nvPr/>
        </p:nvSpPr>
        <p:spPr>
          <a:xfrm>
            <a:off x="10702666" y="1080000"/>
            <a:ext cx="1332000" cy="241200"/>
          </a:xfrm>
          <a:prstGeom prst="trapezoid">
            <a:avLst>
              <a:gd name="adj" fmla="val 4538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974207F4-686E-47DC-3C52-0B5690592E66}"/>
              </a:ext>
            </a:extLst>
          </p:cNvPr>
          <p:cNvSpPr/>
          <p:nvPr/>
        </p:nvSpPr>
        <p:spPr>
          <a:xfrm>
            <a:off x="9185013" y="1080000"/>
            <a:ext cx="1332000" cy="241200"/>
          </a:xfrm>
          <a:prstGeom prst="trapezoid">
            <a:avLst>
              <a:gd name="adj" fmla="val 4538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F7F8FC-F61C-6D5C-5375-39C4AF920B05}"/>
              </a:ext>
            </a:extLst>
          </p:cNvPr>
          <p:cNvSpPr/>
          <p:nvPr/>
        </p:nvSpPr>
        <p:spPr>
          <a:xfrm>
            <a:off x="180000" y="180000"/>
            <a:ext cx="4860000" cy="720000"/>
          </a:xfrm>
          <a:prstGeom prst="roundRect">
            <a:avLst>
              <a:gd name="adj" fmla="val 12570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C7E81F-9EF6-6EFB-C5D5-575A20D97DF9}"/>
              </a:ext>
            </a:extLst>
          </p:cNvPr>
          <p:cNvSpPr/>
          <p:nvPr/>
        </p:nvSpPr>
        <p:spPr>
          <a:xfrm>
            <a:off x="5388077" y="180000"/>
            <a:ext cx="6449962" cy="720000"/>
          </a:xfrm>
          <a:prstGeom prst="roundRect">
            <a:avLst>
              <a:gd name="adj" fmla="val 9839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478799-160D-B4B7-59FF-CB5A7A66EECC}"/>
              </a:ext>
            </a:extLst>
          </p:cNvPr>
          <p:cNvSpPr/>
          <p:nvPr/>
        </p:nvSpPr>
        <p:spPr>
          <a:xfrm>
            <a:off x="180000" y="1080000"/>
            <a:ext cx="1260000" cy="108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E6CD13-D234-0A70-1B3A-EC8268813812}"/>
              </a:ext>
            </a:extLst>
          </p:cNvPr>
          <p:cNvSpPr/>
          <p:nvPr/>
        </p:nvSpPr>
        <p:spPr>
          <a:xfrm>
            <a:off x="180000" y="2339999"/>
            <a:ext cx="1260000" cy="324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378081-FCE0-73AC-1C22-98E9430F59E1}"/>
              </a:ext>
            </a:extLst>
          </p:cNvPr>
          <p:cNvSpPr/>
          <p:nvPr/>
        </p:nvSpPr>
        <p:spPr>
          <a:xfrm>
            <a:off x="180000" y="5747708"/>
            <a:ext cx="1260000" cy="8399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9B768C-4621-5F74-471C-0D9E1BFBB6FE}"/>
              </a:ext>
            </a:extLst>
          </p:cNvPr>
          <p:cNvSpPr/>
          <p:nvPr/>
        </p:nvSpPr>
        <p:spPr>
          <a:xfrm>
            <a:off x="1620000" y="1080000"/>
            <a:ext cx="2340000" cy="720000"/>
          </a:xfrm>
          <a:prstGeom prst="roundRect">
            <a:avLst>
              <a:gd name="adj" fmla="val 9384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ECF636-B6E9-3E97-6DF5-923B1DAA2EAF}"/>
              </a:ext>
            </a:extLst>
          </p:cNvPr>
          <p:cNvSpPr/>
          <p:nvPr/>
        </p:nvSpPr>
        <p:spPr>
          <a:xfrm>
            <a:off x="4140000" y="1080000"/>
            <a:ext cx="2340000" cy="720000"/>
          </a:xfrm>
          <a:prstGeom prst="roundRect">
            <a:avLst>
              <a:gd name="adj" fmla="val 9384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1923A4-53E9-6380-378A-66F76F2AB63E}"/>
              </a:ext>
            </a:extLst>
          </p:cNvPr>
          <p:cNvSpPr/>
          <p:nvPr/>
        </p:nvSpPr>
        <p:spPr>
          <a:xfrm>
            <a:off x="6660000" y="1080000"/>
            <a:ext cx="2340000" cy="720000"/>
          </a:xfrm>
          <a:prstGeom prst="roundRect">
            <a:avLst>
              <a:gd name="adj" fmla="val 9384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B6E3AF-F3BB-75D7-1918-CE491D27BEBE}"/>
              </a:ext>
            </a:extLst>
          </p:cNvPr>
          <p:cNvSpPr/>
          <p:nvPr/>
        </p:nvSpPr>
        <p:spPr>
          <a:xfrm>
            <a:off x="1659038" y="2086354"/>
            <a:ext cx="3240000" cy="2340000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480444-F9D3-B683-F2FD-887E713FEF87}"/>
              </a:ext>
            </a:extLst>
          </p:cNvPr>
          <p:cNvSpPr/>
          <p:nvPr/>
        </p:nvSpPr>
        <p:spPr>
          <a:xfrm>
            <a:off x="5132804" y="2086354"/>
            <a:ext cx="2160000" cy="2340000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BCADB9-36E2-DC50-2026-03621D144B48}"/>
              </a:ext>
            </a:extLst>
          </p:cNvPr>
          <p:cNvSpPr/>
          <p:nvPr/>
        </p:nvSpPr>
        <p:spPr>
          <a:xfrm>
            <a:off x="7526570" y="2086354"/>
            <a:ext cx="1473430" cy="2340000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5C2FC0-42D2-F0D1-6933-8BAABDFEB703}"/>
              </a:ext>
            </a:extLst>
          </p:cNvPr>
          <p:cNvSpPr/>
          <p:nvPr/>
        </p:nvSpPr>
        <p:spPr>
          <a:xfrm>
            <a:off x="7526570" y="4608000"/>
            <a:ext cx="1473430" cy="2070000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939E40-DA9D-C9B0-12E3-67C643C31D10}"/>
              </a:ext>
            </a:extLst>
          </p:cNvPr>
          <p:cNvSpPr/>
          <p:nvPr/>
        </p:nvSpPr>
        <p:spPr>
          <a:xfrm>
            <a:off x="1666402" y="4608000"/>
            <a:ext cx="5633766" cy="2070000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BA4841DD-28B7-ECB6-FD54-5EC68F39EBC8}"/>
              </a:ext>
            </a:extLst>
          </p:cNvPr>
          <p:cNvSpPr/>
          <p:nvPr/>
        </p:nvSpPr>
        <p:spPr>
          <a:xfrm>
            <a:off x="9311013" y="10800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B7C70F6A-251C-8153-2DB5-924002AFB8A3}"/>
              </a:ext>
            </a:extLst>
          </p:cNvPr>
          <p:cNvSpPr/>
          <p:nvPr/>
        </p:nvSpPr>
        <p:spPr>
          <a:xfrm>
            <a:off x="10828026" y="10800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513AE28-0241-CFA3-4E6D-5A5E67C7C04D}"/>
              </a:ext>
            </a:extLst>
          </p:cNvPr>
          <p:cNvSpPr/>
          <p:nvPr/>
        </p:nvSpPr>
        <p:spPr>
          <a:xfrm>
            <a:off x="9362790" y="2956508"/>
            <a:ext cx="2671875" cy="3721491"/>
          </a:xfrm>
          <a:prstGeom prst="roundRect">
            <a:avLst>
              <a:gd name="adj" fmla="val 602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A62841EA-43A3-02DF-C184-0650182B2270}"/>
              </a:ext>
            </a:extLst>
          </p:cNvPr>
          <p:cNvSpPr/>
          <p:nvPr/>
        </p:nvSpPr>
        <p:spPr>
          <a:xfrm>
            <a:off x="9460029" y="1243645"/>
            <a:ext cx="786638" cy="1401231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8A4D36BF-485B-2D20-9730-552585E3E7FD}"/>
              </a:ext>
            </a:extLst>
          </p:cNvPr>
          <p:cNvSpPr/>
          <p:nvPr/>
        </p:nvSpPr>
        <p:spPr>
          <a:xfrm>
            <a:off x="10974707" y="1243643"/>
            <a:ext cx="786638" cy="1401233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A3308B-A7DF-4BC0-9F5D-F93F5730EAA9}"/>
              </a:ext>
            </a:extLst>
          </p:cNvPr>
          <p:cNvCxnSpPr/>
          <p:nvPr/>
        </p:nvCxnSpPr>
        <p:spPr>
          <a:xfrm>
            <a:off x="1789200" y="2340000"/>
            <a:ext cx="28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59E36C-CF63-D394-0331-163B50F2518D}"/>
              </a:ext>
            </a:extLst>
          </p:cNvPr>
          <p:cNvCxnSpPr/>
          <p:nvPr/>
        </p:nvCxnSpPr>
        <p:spPr>
          <a:xfrm>
            <a:off x="5388077" y="2339999"/>
            <a:ext cx="172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5E3436-3524-1C3C-9E94-C5872556995E}"/>
              </a:ext>
            </a:extLst>
          </p:cNvPr>
          <p:cNvCxnSpPr/>
          <p:nvPr/>
        </p:nvCxnSpPr>
        <p:spPr>
          <a:xfrm>
            <a:off x="7634790" y="2325172"/>
            <a:ext cx="122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9B5EFB-7C3B-FC70-289D-48117BADEDEE}"/>
              </a:ext>
            </a:extLst>
          </p:cNvPr>
          <p:cNvCxnSpPr>
            <a:cxnSpLocks/>
          </p:cNvCxnSpPr>
          <p:nvPr/>
        </p:nvCxnSpPr>
        <p:spPr>
          <a:xfrm>
            <a:off x="1789200" y="4875562"/>
            <a:ext cx="532687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1AAF4A-A372-ED7C-2EFA-52D63BAE54E7}"/>
              </a:ext>
            </a:extLst>
          </p:cNvPr>
          <p:cNvCxnSpPr>
            <a:cxnSpLocks/>
          </p:cNvCxnSpPr>
          <p:nvPr/>
        </p:nvCxnSpPr>
        <p:spPr>
          <a:xfrm>
            <a:off x="7634790" y="4872697"/>
            <a:ext cx="133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854FFF-F3F5-3E58-88E6-A21E4BD671D0}"/>
              </a:ext>
            </a:extLst>
          </p:cNvPr>
          <p:cNvCxnSpPr>
            <a:cxnSpLocks/>
          </p:cNvCxnSpPr>
          <p:nvPr/>
        </p:nvCxnSpPr>
        <p:spPr>
          <a:xfrm>
            <a:off x="9496026" y="3429000"/>
            <a:ext cx="2342013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61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DB71-5598-7095-64C5-2CC3E61D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48AC3B-4229-2A47-3821-DA1810711B47}"/>
              </a:ext>
            </a:extLst>
          </p:cNvPr>
          <p:cNvSpPr/>
          <p:nvPr/>
        </p:nvSpPr>
        <p:spPr>
          <a:xfrm>
            <a:off x="23864" y="-8100"/>
            <a:ext cx="12168136" cy="6792358"/>
          </a:xfrm>
          <a:prstGeom prst="roundRect">
            <a:avLst>
              <a:gd name="adj" fmla="val 3016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D5832CA0-9902-ABB4-5B4E-BBF14D74C60A}"/>
              </a:ext>
            </a:extLst>
          </p:cNvPr>
          <p:cNvSpPr/>
          <p:nvPr/>
        </p:nvSpPr>
        <p:spPr>
          <a:xfrm>
            <a:off x="10702666" y="1080000"/>
            <a:ext cx="1332000" cy="241200"/>
          </a:xfrm>
          <a:prstGeom prst="trapezoid">
            <a:avLst>
              <a:gd name="adj" fmla="val 4538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0D7D26E5-2106-6566-4CCF-B8EEF34E97E8}"/>
              </a:ext>
            </a:extLst>
          </p:cNvPr>
          <p:cNvSpPr/>
          <p:nvPr/>
        </p:nvSpPr>
        <p:spPr>
          <a:xfrm>
            <a:off x="9185013" y="1080000"/>
            <a:ext cx="1332000" cy="241200"/>
          </a:xfrm>
          <a:prstGeom prst="trapezoid">
            <a:avLst>
              <a:gd name="adj" fmla="val 4538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2FE15C-27C9-1897-BF1D-04862C47042A}"/>
              </a:ext>
            </a:extLst>
          </p:cNvPr>
          <p:cNvSpPr/>
          <p:nvPr/>
        </p:nvSpPr>
        <p:spPr>
          <a:xfrm>
            <a:off x="180000" y="180000"/>
            <a:ext cx="4860000" cy="720000"/>
          </a:xfrm>
          <a:prstGeom prst="roundRect">
            <a:avLst>
              <a:gd name="adj" fmla="val 1257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555339-3357-8EE1-26AA-F7E407788F85}"/>
              </a:ext>
            </a:extLst>
          </p:cNvPr>
          <p:cNvSpPr/>
          <p:nvPr/>
        </p:nvSpPr>
        <p:spPr>
          <a:xfrm>
            <a:off x="5388077" y="180000"/>
            <a:ext cx="6449962" cy="720000"/>
          </a:xfrm>
          <a:prstGeom prst="roundRect">
            <a:avLst>
              <a:gd name="adj" fmla="val 9839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3CFD5E-ED23-152F-48DB-2C5D1BAF7470}"/>
              </a:ext>
            </a:extLst>
          </p:cNvPr>
          <p:cNvSpPr/>
          <p:nvPr/>
        </p:nvSpPr>
        <p:spPr>
          <a:xfrm>
            <a:off x="180000" y="1080000"/>
            <a:ext cx="1260000" cy="108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971C3F-2D1C-7F02-FE0F-7B0280C7A174}"/>
              </a:ext>
            </a:extLst>
          </p:cNvPr>
          <p:cNvSpPr/>
          <p:nvPr/>
        </p:nvSpPr>
        <p:spPr>
          <a:xfrm>
            <a:off x="180000" y="2339999"/>
            <a:ext cx="1260000" cy="324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4091E3-587A-918D-669E-9AFDA7B9C93D}"/>
              </a:ext>
            </a:extLst>
          </p:cNvPr>
          <p:cNvSpPr/>
          <p:nvPr/>
        </p:nvSpPr>
        <p:spPr>
          <a:xfrm>
            <a:off x="180000" y="5747708"/>
            <a:ext cx="1260000" cy="83990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99482E-A6B7-F3B7-5E45-70BF2E97D5B8}"/>
              </a:ext>
            </a:extLst>
          </p:cNvPr>
          <p:cNvSpPr/>
          <p:nvPr/>
        </p:nvSpPr>
        <p:spPr>
          <a:xfrm>
            <a:off x="1620000" y="1080000"/>
            <a:ext cx="2340000" cy="72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414A26-EDF2-9956-6EDF-92B3659E8387}"/>
              </a:ext>
            </a:extLst>
          </p:cNvPr>
          <p:cNvSpPr/>
          <p:nvPr/>
        </p:nvSpPr>
        <p:spPr>
          <a:xfrm>
            <a:off x="4140000" y="1080000"/>
            <a:ext cx="2340000" cy="72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B08642-B47B-B8C7-EFAE-0B75A5A4C904}"/>
              </a:ext>
            </a:extLst>
          </p:cNvPr>
          <p:cNvSpPr/>
          <p:nvPr/>
        </p:nvSpPr>
        <p:spPr>
          <a:xfrm>
            <a:off x="6660000" y="1080000"/>
            <a:ext cx="2340000" cy="720000"/>
          </a:xfrm>
          <a:prstGeom prst="roundRect">
            <a:avLst>
              <a:gd name="adj" fmla="val 9384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EFF48C-E772-3E4D-C9CD-2E58373DDD15}"/>
              </a:ext>
            </a:extLst>
          </p:cNvPr>
          <p:cNvSpPr/>
          <p:nvPr/>
        </p:nvSpPr>
        <p:spPr>
          <a:xfrm>
            <a:off x="1659038" y="2086354"/>
            <a:ext cx="3240000" cy="2340000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5EC251-BB0E-533F-55A2-215883B253E0}"/>
              </a:ext>
            </a:extLst>
          </p:cNvPr>
          <p:cNvSpPr/>
          <p:nvPr/>
        </p:nvSpPr>
        <p:spPr>
          <a:xfrm>
            <a:off x="5132804" y="2086354"/>
            <a:ext cx="2160000" cy="2340000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C49402-9666-C8FC-F7EE-643F18155DE1}"/>
              </a:ext>
            </a:extLst>
          </p:cNvPr>
          <p:cNvSpPr/>
          <p:nvPr/>
        </p:nvSpPr>
        <p:spPr>
          <a:xfrm>
            <a:off x="7526570" y="2086354"/>
            <a:ext cx="1473430" cy="2340000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D77B2F-D416-B2C7-0343-3D6508686DC8}"/>
              </a:ext>
            </a:extLst>
          </p:cNvPr>
          <p:cNvSpPr/>
          <p:nvPr/>
        </p:nvSpPr>
        <p:spPr>
          <a:xfrm>
            <a:off x="7526570" y="4608000"/>
            <a:ext cx="1473430" cy="2070000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52D2D5-4648-CAB7-7B57-009B98AD4236}"/>
              </a:ext>
            </a:extLst>
          </p:cNvPr>
          <p:cNvSpPr/>
          <p:nvPr/>
        </p:nvSpPr>
        <p:spPr>
          <a:xfrm>
            <a:off x="1666402" y="4608000"/>
            <a:ext cx="5633766" cy="2070000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7FDF5BD6-2800-D32E-9CCF-C18840F44ECA}"/>
              </a:ext>
            </a:extLst>
          </p:cNvPr>
          <p:cNvSpPr/>
          <p:nvPr/>
        </p:nvSpPr>
        <p:spPr>
          <a:xfrm>
            <a:off x="9311013" y="10800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57EF1D09-DC0A-AF9D-F585-623461285953}"/>
              </a:ext>
            </a:extLst>
          </p:cNvPr>
          <p:cNvSpPr/>
          <p:nvPr/>
        </p:nvSpPr>
        <p:spPr>
          <a:xfrm>
            <a:off x="10828026" y="10800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FB76BB8-9E66-45C4-6E21-B4E6674CEEAD}"/>
              </a:ext>
            </a:extLst>
          </p:cNvPr>
          <p:cNvSpPr/>
          <p:nvPr/>
        </p:nvSpPr>
        <p:spPr>
          <a:xfrm>
            <a:off x="9362790" y="2956508"/>
            <a:ext cx="2671875" cy="3721491"/>
          </a:xfrm>
          <a:prstGeom prst="roundRect">
            <a:avLst>
              <a:gd name="adj" fmla="val 6023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FDDE8F6B-147A-3789-082E-C52D31737908}"/>
              </a:ext>
            </a:extLst>
          </p:cNvPr>
          <p:cNvSpPr/>
          <p:nvPr/>
        </p:nvSpPr>
        <p:spPr>
          <a:xfrm>
            <a:off x="9460029" y="1243645"/>
            <a:ext cx="786638" cy="1401231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BB5BC139-1435-3FC7-023C-3E590C4EA417}"/>
              </a:ext>
            </a:extLst>
          </p:cNvPr>
          <p:cNvSpPr/>
          <p:nvPr/>
        </p:nvSpPr>
        <p:spPr>
          <a:xfrm>
            <a:off x="10974707" y="1243643"/>
            <a:ext cx="786638" cy="1401233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7089F3-FAD8-3B2C-7851-217BC80FAFBB}"/>
              </a:ext>
            </a:extLst>
          </p:cNvPr>
          <p:cNvCxnSpPr/>
          <p:nvPr/>
        </p:nvCxnSpPr>
        <p:spPr>
          <a:xfrm>
            <a:off x="1789200" y="2340000"/>
            <a:ext cx="28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167321-F65D-F009-EC2D-4A0BE5A4D585}"/>
              </a:ext>
            </a:extLst>
          </p:cNvPr>
          <p:cNvCxnSpPr/>
          <p:nvPr/>
        </p:nvCxnSpPr>
        <p:spPr>
          <a:xfrm>
            <a:off x="5388077" y="2339999"/>
            <a:ext cx="172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C797A8-F578-1DB8-FE99-1E948C36BE9E}"/>
              </a:ext>
            </a:extLst>
          </p:cNvPr>
          <p:cNvCxnSpPr/>
          <p:nvPr/>
        </p:nvCxnSpPr>
        <p:spPr>
          <a:xfrm>
            <a:off x="7634790" y="2325172"/>
            <a:ext cx="122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B687CF-06B7-0218-66E9-B43A7FF57BAD}"/>
              </a:ext>
            </a:extLst>
          </p:cNvPr>
          <p:cNvCxnSpPr>
            <a:cxnSpLocks/>
          </p:cNvCxnSpPr>
          <p:nvPr/>
        </p:nvCxnSpPr>
        <p:spPr>
          <a:xfrm>
            <a:off x="1789200" y="4875562"/>
            <a:ext cx="532687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D81E72-B11C-B8D0-F95E-7CDAC962B798}"/>
              </a:ext>
            </a:extLst>
          </p:cNvPr>
          <p:cNvCxnSpPr>
            <a:cxnSpLocks/>
          </p:cNvCxnSpPr>
          <p:nvPr/>
        </p:nvCxnSpPr>
        <p:spPr>
          <a:xfrm>
            <a:off x="7634790" y="4872697"/>
            <a:ext cx="133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966298-1B18-1C28-14DE-FFBE0FE31AD3}"/>
              </a:ext>
            </a:extLst>
          </p:cNvPr>
          <p:cNvCxnSpPr>
            <a:cxnSpLocks/>
          </p:cNvCxnSpPr>
          <p:nvPr/>
        </p:nvCxnSpPr>
        <p:spPr>
          <a:xfrm>
            <a:off x="9496026" y="3429000"/>
            <a:ext cx="2342013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1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 Verma</dc:creator>
  <cp:lastModifiedBy>Shubh Verma</cp:lastModifiedBy>
  <cp:revision>1</cp:revision>
  <dcterms:created xsi:type="dcterms:W3CDTF">2025-04-13T16:21:50Z</dcterms:created>
  <dcterms:modified xsi:type="dcterms:W3CDTF">2025-04-13T18:31:02Z</dcterms:modified>
</cp:coreProperties>
</file>